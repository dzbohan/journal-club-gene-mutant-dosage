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开场约一分钟。Calonaci等Nature Genetics 2026，https://doi.org/10.1038/s41588-026-02666-z 。本组依据Webb等Nature Communications 16,5290 (2025)，https://doi.org/10.1038/s41467-025-59805-z ，正文Introduction、Hallmark molecular alterations和空间LOH分析：整合配对tumor/normal DNA、bulk RNA及空间转录组，研究胶质瘤等位基因失衡和空间亚克隆异质性。这里不展开扩增方向。INCOMMON在已检出的突变位点推断样本层面拷贝配置与突变剂量，不是直接从空间RNA推断DNA剂量，也不是LOH/克隆性分析的替代工具。潜在用途是以已有DNA参考注释验证其配置与剂量估计，再在样本层面关联剂量、表达及空间异质性指标；空间定位仍依赖本组已有数据与方法。DNA剂量与RNA等位基因比例不等同，不能直接互作真值。右栏为研究提议，并非两篇论文已经验证的组合流程。不需要配对normal指INCOMMON推断阶段，可靠体细胞突变输入仍然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intro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INCOMMON: why this paper matters to our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34716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Gene mutant dosage is associated with prognosis and metastatic tropism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15403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in 60,000 clinical cancer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15120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Calonaci et al. · Nature Genetics (2026) · 58: 1906 to 1917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19184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INCOMMON: inference of copy number and mutation multiplicity for oncology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26731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Our work: Webb et 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57" y="310862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Loss of heterozygosity (LOH)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57" y="34956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Spatial allelic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57" y="399883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Tumor/normal DNA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57" y="433749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+ bulk and spatial 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523" y="2673192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What this paper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523" y="3157002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Mutation 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523" y="3863364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Mutant copy dosage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523" y="4298792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From clinical read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523" y="4676164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No matched normal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0590" y="2673192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Proposed use in our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0590" y="3108621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Validate against our DNA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0590" y="3447288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reference annotations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0590" y="3940773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Test dosage associations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0590" y="4279440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with expression 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0590" y="4618107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spatial heterogeneity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457" y="545025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Can mutant dosage help interpret the allelic imbalance we observe?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57" y="5943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Lab reference: Webb et al. · Nature Communications 16, 5290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