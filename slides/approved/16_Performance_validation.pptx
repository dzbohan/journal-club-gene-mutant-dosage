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约一分钟。左侧为PCAWG与HMF合并WGS数据，6492样本、46肿瘤类型；70%训练估计先验，30%测试推断配置，共50次随机划分。对照WGS参考注释的平均绝对误差为k 0.590±0.016、m 0.201±0.007，单位拷贝，按原文保留±而不另称置信区间。右侧为MSK-IMPACT靶向panel样本，与FACETS比较总、major/minor拷贝数和纯度，属于工具间一致性而非独立真值准确性验证。major/minor拷贝数不是突变多重性m，FACETS没有提供与m等价的结果。WGS参考也并非无误差的真值，WGS基准不能自动证明panel准确性。依据Methods Model performance and comparison with FACETS、Fig.1e和Supplementary Fig.9。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valid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Performance validation: two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457" y="1221764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WGS reference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457" y="1628164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6,492 samples · 46 tumor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333" y="2189383"/>
            <a:ext cx="1077927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70%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7238" y="2189383"/>
            <a:ext cx="74893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30%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457" y="2653840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Estimate priors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80228" y="2653840"/>
            <a:ext cx="81763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Infer k and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457" y="3089268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50 random train/test splits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57" y="3544049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INCOMMON ↔ WGS reference annotations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457" y="403753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Mean absolute error (copies)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457" y="4472964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k: 0.590 ± 0.016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457" y="4879364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m: 0.201 ± 0.007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2114" y="1221764"/>
            <a:ext cx="52444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Comparison with FACETS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2114" y="1628164"/>
            <a:ext cx="52444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Same targeted-panel samples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2114" y="2199059"/>
            <a:ext cx="52444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INCOMMON ↔ FACETS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2114" y="2731249"/>
            <a:ext cx="52444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Compare: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4342" y="3137649"/>
            <a:ext cx="501226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Total, major and minor copy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4342" y="3544049"/>
            <a:ext cx="501226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Tumor purity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2114" y="4037535"/>
            <a:ext cx="52444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Cross-tool agreement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2114" y="4472964"/>
            <a:ext cx="52444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Not an independent reference truth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457" y="5750221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FACETS: Fraction and Allele-Specific Copy Number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809" y="6079211"/>
            <a:ext cx="99568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Estimates from Tumor Sequencing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