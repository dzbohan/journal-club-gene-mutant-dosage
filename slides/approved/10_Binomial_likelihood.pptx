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与上一页共用dᵢ=58，本页同时固定rᵢ=20。58个点中20个深绿为突变读数，38个藏青为非突变读数。观察到的变异等位基因频率VAF为20/58约0.345；φᵢ是模型中单条read携带该突变的概率，不是位点是否存在突变的概率。对不同候选φᵢ计算二项似然，并除以峰值使最大值为1。横轴是参数φᵢ而非读数rᵢ。参数组合通过φᵢ影响这一项，同样φᵢ产生同样似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binomia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Binomial likelihood: mutant read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933" y="737954"/>
            <a:ext cx="111856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Fix total and mutant counts. Compare candidate mutant-read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502373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Observed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3311821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dᵢ = 58 total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57" y="369886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rᵢ = 20 mutant 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57" y="41149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Observed VAF = 20/58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457" y="4453611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 dot = 1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6228" y="1502373"/>
            <a:ext cx="71603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L(φᵢ) = P(rᵢ = 20 | dᵢ = 58, φᵢ)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6228" y="1870068"/>
            <a:ext cx="71603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Relative likelihood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3828" y="2305497"/>
            <a:ext cx="35027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Peak: φᵢ = 20/58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2628" y="4182678"/>
            <a:ext cx="67539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1828" y="4182678"/>
            <a:ext cx="55347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028" y="4182678"/>
            <a:ext cx="43155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0228" y="4182678"/>
            <a:ext cx="30963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9428" y="4182678"/>
            <a:ext cx="18771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8628" y="4182678"/>
            <a:ext cx="6579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4609" y="3921421"/>
            <a:ext cx="71120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4609" y="3074754"/>
            <a:ext cx="71120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609" y="2228088"/>
            <a:ext cx="71120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70247" y="4511668"/>
            <a:ext cx="578636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Candidate mutant-read probability φᵢ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457" y="518900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(π, kᵢ, mᵢ)  →  φᵢ = πmᵢ / [2(1 − π) + πkᵢ]  →  Likelihood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457" y="573086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φᵢ: probability that a read at locus i carries the mutation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