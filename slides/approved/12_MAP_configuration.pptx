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沿用上一页18.75%、75%、6.25%的教学概率，本页将A/B/C具体解释为单个位点的三种候选配置，演示从位点配置的边缘后验选取最大概率状态。MAP为(3,2)，即三份DNA拷贝中两份携带指定突变，另一份不携带。75%不是确定性，其余配置合计25%。这是后验的点汇总，不是新的贝叶斯更新。上一页展示全参数后验的重加权概念，本页展示其位点配置层面的汇总。FAM后续从完整后验计算，不只取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m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MAP: select the most probable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63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Maximum a posteriori (MAP)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2701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Select the (kᵢ, mᵢ) pair with the highest posterior probability.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20635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Posterior for one mutation locus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857" y="3902068"/>
            <a:ext cx="105857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18.75%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095" y="4860011"/>
            <a:ext cx="1068251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A: (2,1)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0666" y="2595783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3904" y="4860011"/>
            <a:ext cx="91827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B: (3,2)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0476" y="4192354"/>
            <a:ext cx="75861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3714" y="4860011"/>
            <a:ext cx="76828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C: (1,1)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0457" y="2063592"/>
            <a:ext cx="4896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MAP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1390" y="2518373"/>
            <a:ext cx="46252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B: (kᵢ, mᵢ) = (3,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0285" y="3069916"/>
            <a:ext cx="10063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0285" y="3582754"/>
            <a:ext cx="10063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0285" y="4095592"/>
            <a:ext cx="10063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0457" y="4811630"/>
            <a:ext cx="4896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Posterior probability: 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57" y="580827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M: specified mutation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876" y="5808278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W: no specified mutation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