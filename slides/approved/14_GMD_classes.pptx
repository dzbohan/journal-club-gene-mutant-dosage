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11428" cy="657980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一分钟。承接上一页后验均值FAM=0.65625，按基因类别阈值进行剂量分类。致癌基因低类≤0.33，高类≥0.66；抑癌基因低类≤0.25，高类≥0.75，其间为Balanced。0.65625小于0.66，不能先四舍五入再分类，因此两类基因均为Balanced。阈值位置按真实数值比例绘制。高剂量指较高的突变等位基因比例，不必然是很多绝对突变拷贝。原文Methods Classification based on FAM cutoffs和Eq.16。该页只用前页教学例子，不增加0.70例子。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gm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1428" cy="6579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933" y="167978"/>
            <a:ext cx="11185676" cy="528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From posterior mean FAM to three GMD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457" y="805688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Gene mutant dosage (GMD): Low, Balanced,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457" y="1231440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Previous example: posterior mean FAM = 0.65625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457" y="1957154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Oncogenes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7139" y="2798983"/>
            <a:ext cx="924947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3531" y="2798983"/>
            <a:ext cx="6243078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Balanced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6297" y="2798983"/>
            <a:ext cx="262031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76" y="3263440"/>
            <a:ext cx="108373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0144" y="3263440"/>
            <a:ext cx="751646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1013" y="3263440"/>
            <a:ext cx="419559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2514" y="3263440"/>
            <a:ext cx="7740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2914" y="2286145"/>
            <a:ext cx="39236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0.65625: Balanced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457" y="4095592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Tumor suppressor genes (TSGs)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4609" y="4937421"/>
            <a:ext cx="96520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3847" y="4937421"/>
            <a:ext cx="619276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Balanced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9142" y="4937421"/>
            <a:ext cx="216746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276" y="5401878"/>
            <a:ext cx="108373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5085" y="5401878"/>
            <a:ext cx="832152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6704" y="5401878"/>
            <a:ext cx="328990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2514" y="5401878"/>
            <a:ext cx="7740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2914" y="4424583"/>
            <a:ext cx="39236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0.65625: Balanced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457" y="6069535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Low: FAM ≤ lower cutoff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8876" y="6069535"/>
            <a:ext cx="51477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High: FAM ≥ upper cutoff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