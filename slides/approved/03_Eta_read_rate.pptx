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先指出两侧拷贝数均为2，再比较每拷贝期望读数率5与10，得到期望深度10与20。λ是期望值，绘制的reads用于表示其量级，不是观测结果。η为样本层面的测序尺度，并非单个细胞被读取的次数。这里沿用原图π=1的简化关系，混合样本的公式留到似然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et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η: sequencing read rate per DNA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457" y="104759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η =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22057" y="1753954"/>
            <a:ext cx="73345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k =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457" y="47245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Expected depth λ =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57" y="511159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2 copies × 5 reads per 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8876" y="1047592"/>
            <a:ext cx="51477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η =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476" y="1753954"/>
            <a:ext cx="14901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k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8876" y="4724545"/>
            <a:ext cx="51477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Expected depth λ =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8876" y="5111592"/>
            <a:ext cx="51477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2 copies × 10 reads per 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457" y="59437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For π = 1:  λ = η × 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