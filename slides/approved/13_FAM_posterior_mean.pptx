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延续第12页同一组三配置及其后验概率。对每一种配置先计算m/k，再乘以该配置的后验权重，最后求和。三项为0.09375、0.5和0.0625，总和0.65625，即65.625%。这是FAM的后验均值，并非MAP配置(3,2)的比值2/3，也不是E[m|X]/E[k|X]。后验权重描述配置的不确定性，不是细胞比例。此图为三状态教学示例；实际推断对模型全部候选状态求和，位点配置后验已对共享参数边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fa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FAM: average ratios weighted by the posterior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443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Fraction of alleles with the mutation (FAM): m/k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2507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Posterior mean: E[mᵢ/kᵢ | X] = Σ₍ₖ,ₘ₎ (m/k) P(kᵢ = k, mᵢ = m |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390" y="2034564"/>
            <a:ext cx="107212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A: (2,1)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504" y="2866716"/>
            <a:ext cx="106051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2038" y="2866716"/>
            <a:ext cx="97245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57" y="326344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Ratio m/k =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57" y="363113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Posterior weight = 18.75%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57" y="40955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1/2 × 18.75% = 0.09375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8457" y="2034564"/>
            <a:ext cx="6928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B: (3,2)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571" y="2866716"/>
            <a:ext cx="68120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5104" y="2866716"/>
            <a:ext cx="59315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5638" y="2866716"/>
            <a:ext cx="5050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523" y="3263440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Ratio m/k = 2/3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523" y="3631135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Posterior weight = 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523" y="4095592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2/3 × 75% = 0.50000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523" y="2034564"/>
            <a:ext cx="3135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C: (1,1)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7638" y="2866716"/>
            <a:ext cx="3018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0590" y="3263440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Ratio m/k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0590" y="3631135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Posterior weight = 6.25%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0590" y="4095592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1 × 6.25% = 0.06250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457" y="50051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Sum the weighted contributions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57" y="53728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0.09375 + 0.50000 + 0.06250 = 0.65625 = 65.625%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457" y="604050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M: specified mutation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876" y="6040507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W: no specified mutation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