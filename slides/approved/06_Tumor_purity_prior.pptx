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611428" cy="657980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一分钟。承接第二页：病理提供当前样本的纯度估计π₀=0.60，用它设定未知纯度π的Beta先验均值，而非固定π为0.60。曲线宽度表示对纯度的不确定性，不是同一样本真实纯度随时间波动。此图沿用原图Beta(6,4)教学示例，均值0.6，众数0.625，不代表论文实际的先验数值设定。论文由π₀与预设方差计算Beta形状参数。六个T和四个N只是病理估计的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purity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11428" cy="65798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933" y="167978"/>
            <a:ext cx="11185676" cy="528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Tumor purity prior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933" y="737954"/>
            <a:ext cx="11185676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A Beta distribution represents uncertainty in tumor purity.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457" y="1521726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Pathology estimate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1866" y="2189383"/>
            <a:ext cx="1091474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819" y="2189383"/>
            <a:ext cx="1028579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9771" y="2189383"/>
            <a:ext cx="9656838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8723" y="2189383"/>
            <a:ext cx="902788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7676" y="2189383"/>
            <a:ext cx="839893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866" y="2818335"/>
            <a:ext cx="1091474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819" y="2818335"/>
            <a:ext cx="1028579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9771" y="2818335"/>
            <a:ext cx="9656838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8723" y="2818335"/>
            <a:ext cx="902788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7676" y="2818335"/>
            <a:ext cx="839893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457" y="3466640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π₀ = 0.60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457" y="3863364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Estimated tumor-cell fraction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457" y="4337497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T: tumor cell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457" y="4724545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N: normal cell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52" y="1521726"/>
            <a:ext cx="6966857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Beta prior over unknown 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52" y="1947478"/>
            <a:ext cx="6966857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Density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08685" y="1966830"/>
            <a:ext cx="364792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8F52"/>
                </a:solidFill>
                <a:latin typeface="Arial"/>
              </a:rPr>
              <a:t>Mean = π₀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2628" y="4531021"/>
            <a:ext cx="675398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21828" y="4531021"/>
            <a:ext cx="553478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1028" y="4531021"/>
            <a:ext cx="431558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0228" y="4531021"/>
            <a:ext cx="309638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9428" y="4531021"/>
            <a:ext cx="187718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98628" y="4531021"/>
            <a:ext cx="65798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6571" y="4869688"/>
            <a:ext cx="4780038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Possible tumor purity 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457" y="5576049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Mean: pathology estimate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8876" y="5576049"/>
            <a:ext cx="514773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Spread: uncertainty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