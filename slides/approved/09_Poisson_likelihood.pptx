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固定观察到的总读数dᵢ=58，横轴改变候选期望深度λᵢ，比较哪个λᵢ更能解释58。曲线是Poisson(58|λᵢ)关于λᵢ的似然，除以其最大值使峰值为1，不是后验密度，也不是关于随机读数d的分布。读数线条为示意，不逐条表示58。λ由π、η和k共同决定，不同组合若产生同样λ，单凭此项无法区分。其他似然和先验随后提供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poiss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Poisson likelihood: total sequencing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933" y="737954"/>
            <a:ext cx="11185676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Fix the observed count. Compare candidate expected depths.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502373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Observed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349566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dᵢ = 58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57" y="39117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Fixed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6228" y="1502373"/>
            <a:ext cx="71603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L(λᵢ) = P(dᵢ = 58 | λᵢ)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6228" y="1870068"/>
            <a:ext cx="71603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Relative likelihood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9544" y="2024888"/>
            <a:ext cx="454706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Peak: λᵢ = 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2628" y="4182678"/>
            <a:ext cx="675398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9397" y="4182678"/>
            <a:ext cx="534721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167" y="4182678"/>
            <a:ext cx="39404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2936" y="4182678"/>
            <a:ext cx="253367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29705" y="4182678"/>
            <a:ext cx="1126904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4609" y="3921421"/>
            <a:ext cx="71120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4609" y="3074754"/>
            <a:ext cx="71120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4609" y="2228088"/>
            <a:ext cx="71120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5676" y="4511668"/>
            <a:ext cx="5350933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Candidate expected depth λᵢ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57" y="518900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(π, η, kᵢ)  →  λᵢ = η[2(1 − π) + πkᵢ]  →  Likelihood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457" y="5730868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Same λᵢ → same Poisson likelihood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