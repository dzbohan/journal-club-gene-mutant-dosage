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π与η为样本共享参数，各位点有自己的kᵢ和mᵢ。对于同一套候选参数，每个位点的总读数Poisson项与给定总读数的条件Binomial项相乘，得到该位点似然Lᵢ；再将所有位点的Lᵢ相乘，得到联合似然L。位点内分解来自概率链式法则，不需要假定d和r独立；跨位点乘积依赖给定模型参数后的条件独立假设。n是输入突变位点的数量。这不是三次顺序估计，而是联合评价同一组参数。展示页省略Θ记号以避免新增集合符号，原式为L(Θ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likelihoo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Joint likelihood: combine both read-count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63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Shared across loci: π, 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9523" y="863745"/>
            <a:ext cx="5167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Per locus: kᵢ, mᵢ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139593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Within each locus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1976507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Locus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0666" y="1928126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Poisson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0666" y="2257116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p(d₁ | π, η, k₁)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257" y="2121649"/>
            <a:ext cx="61153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7942" y="1928126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Conditional Binomial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7942" y="2257116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p(r₁ | d₁, π, k₁, m₁)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2952" y="2121649"/>
            <a:ext cx="16836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= L₁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457" y="3069916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Locus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0666" y="3021535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Poisson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0666" y="3350526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p(d₂ | π, η, k₂)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257" y="3215059"/>
            <a:ext cx="61153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7942" y="3021535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Conditional Binomial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7942" y="3350526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p(r₂ | d₂, π, k₂, m₂)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952" y="3215059"/>
            <a:ext cx="16836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= L₂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57" y="43568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Locus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0666" y="4308468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Poisson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0666" y="4637459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p(dₙ | π, η, kₙ)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1257" y="4501992"/>
            <a:ext cx="61153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7942" y="4308468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Conditional Binomial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7942" y="4637459"/>
            <a:ext cx="54186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p(rₙ | dₙ, π, kₙ, mₙ)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952" y="4501992"/>
            <a:ext cx="16836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= Lₙ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9276" y="3882716"/>
            <a:ext cx="57573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0666" y="5585726"/>
            <a:ext cx="90859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Across loci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314" y="5585726"/>
            <a:ext cx="70732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 = L₁ × L₂ × ··· × Lₙ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314" y="5914716"/>
            <a:ext cx="70732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Lᵢ: likelihood at locus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