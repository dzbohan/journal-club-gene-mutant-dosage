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前两类信息来自当前样本：每个已检出突变的总读数与突变读数，以及病理纯度估计。第三类来自历史WGS队列，为拷贝配置提供经验先验，不是要求当前患者另做WGS。三类信息进入联合贝叶斯推断，得到参数的联合后验；图中后验估计不是仅指单个最优值。具体似然、各先验、η先验的内部校准和后验到剂量分类的步骤留给后续页。本页三类指信息来源，并非完整软件参数清单。INCOMMON全称为 inference of copy number and mutation multiplicity for oncology。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input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INCOMMON: three sources of input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9024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Current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50590" y="902449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Historical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165719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Sequencing read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212164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For each called mutation 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57" y="2566754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dᵢ: total 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457" y="301185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18F52"/>
                </a:solidFill>
                <a:latin typeface="Arial"/>
              </a:rPr>
              <a:t>rᵢ: mutant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7523" y="1657192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Pathology purity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7523" y="2121649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π₀: estimated tumor fraction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7523" y="2566754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Example: π₀ = 0.60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523" y="3011859"/>
            <a:ext cx="719908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Informs the prior for 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0590" y="1657192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Copy-number prior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0590" y="2121649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Whole-genome sequencing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0590" y="2460316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(WGS) cohorts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0590" y="3011859"/>
            <a:ext cx="340601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Prior over (k, m) states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2704" y="4685840"/>
            <a:ext cx="73539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Joint Bayesian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3466" y="5895364"/>
            <a:ext cx="82731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Posterior estimates of π, η and (kᵢ, mᵢ)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