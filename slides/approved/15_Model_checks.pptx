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611428" cy="657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一分钟。本页总览四个检查对象与两种方法。dᵢ、rᵢ在每个突变位点做后验预测检查，比较观测与模拟读数相对预测中心的偏离，见Eq.17。π、η为样本级参数，通过先验和后验抽样相对先验均值的距离作比较，原文称Bayesian P value，见Eq.18至20；不是对读数的PPC。右侧shift是偏离的直观说法，检查不仅取决于均值移动，也受分布宽度等影响。这里是四类检查对象，不是四个独立检验。模型与数据相容不证明k和m正确；先验后验差异也可能是有用更新，不一定是模型失败。这些限制口头说明，具体统计量留给后续两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check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11428" cy="6579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0933" y="167978"/>
            <a:ext cx="11185676" cy="528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00000"/>
                </a:solidFill>
                <a:latin typeface="Arial"/>
              </a:rPr>
              <a:t>Model checks: four targets, two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4457" y="863745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Starting point: the fitted posterior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57" y="1686221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Posterior predictive checks (PPCs)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4457" y="2053916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Per mutation locus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2114" y="1686221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Prior versus posterior discrepancy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2114" y="2053916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Per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980" y="2711897"/>
            <a:ext cx="1079862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dᵢ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2711897"/>
            <a:ext cx="1023740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Total read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980" y="3515021"/>
            <a:ext cx="10798628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rᵢ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515021"/>
            <a:ext cx="10237409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Mutant read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638" y="2711897"/>
            <a:ext cx="50509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6857" y="2711897"/>
            <a:ext cx="44897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Tumor purity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5638" y="3515021"/>
            <a:ext cx="5050971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6857" y="3515021"/>
            <a:ext cx="44897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Read rate per DNA copy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457" y="4173002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Posterior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7466" y="4173002"/>
            <a:ext cx="928914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Simulated 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457" y="4637459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Compare with observed reads.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2114" y="4173002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Prior draws  ↔  Posterior draws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2114" y="4637459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Compare distances from the prior mean.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457" y="5846983"/>
            <a:ext cx="10992152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3385"/>
                </a:solidFill>
                <a:latin typeface="Arial"/>
              </a:rPr>
              <a:t>Do predicted reads fit the observations?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2114" y="5846983"/>
            <a:ext cx="5244495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8F52"/>
                </a:solidFill>
                <a:latin typeface="Arial"/>
              </a:rPr>
              <a:t>How far does the posterior shift?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