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η先验根据观测深度、输入病理纯度估计以及拷贝数先验权重进行经验校准。对每个位点和候选k，用dᵢ除以2(1−π₀)+π₀k，按pᵢ(k)加权再跨位点平均，得到经验估计η̃。pᵢ(k)由该位点(k,m)先验对m求和得到；n是输入突变位点数。原文Methods Eq.12至15用经验均值和数据集中的经验方差确定Gamma先验。曲线沿用原图Gamma(shape=4, rate=0.05)，均值80，属于教学图示而非本文实际先验设置，也不是第三页η=5或10示例的继续拟合。密度在250之后仍有尾部。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et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η prior: calibrating the sequencing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33" y="737954"/>
            <a:ext cx="111856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An empirical Gamma prior for the read rate per DNA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59913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Observed depths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203456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d₁, d₂, …, dₙ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285704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Pathology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57" y="32924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π₀: supplied purity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57" y="41149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Copy-number 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457" y="4550373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pᵢ(k): prior weights over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695" y="1599135"/>
            <a:ext cx="70249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Gamma prior over unknown 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695" y="2034564"/>
            <a:ext cx="70249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3718" y="2063592"/>
            <a:ext cx="517289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Mean = η̃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0685" y="4405230"/>
            <a:ext cx="66959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0533" y="4405230"/>
            <a:ext cx="54960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0380" y="4405230"/>
            <a:ext cx="429622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228" y="4405230"/>
            <a:ext cx="3096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0076" y="4405230"/>
            <a:ext cx="18965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9923" y="4405230"/>
            <a:ext cx="6966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95" y="4685840"/>
            <a:ext cx="51961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Possible read rate per copy, 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57" y="541155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For each candidate k:  dᵢ / [2(1 − π₀) + π₀k]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457" y="59340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Weight by pᵢ(k)  →  Average across loci  →  Empirical estimate η̃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