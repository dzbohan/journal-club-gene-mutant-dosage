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1428" cy="657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1428" cy="6579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933" y="167978"/>
            <a:ext cx="11185676" cy="528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π: the fraction of tumor cells in a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5104" y="1028240"/>
            <a:ext cx="1101150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Low purity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276" y="1637840"/>
            <a:ext cx="108373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7257" y="1637840"/>
            <a:ext cx="101793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5238" y="1637840"/>
            <a:ext cx="952137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3219" y="1637840"/>
            <a:ext cx="886339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1200" y="1637840"/>
            <a:ext cx="820540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76" y="2295821"/>
            <a:ext cx="108373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7257" y="2295821"/>
            <a:ext cx="101793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5238" y="2295821"/>
            <a:ext cx="952137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3219" y="2295821"/>
            <a:ext cx="886339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1200" y="2295821"/>
            <a:ext cx="820540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104" y="2944126"/>
            <a:ext cx="1101150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2 tumor + 8 normal cells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104" y="3515021"/>
            <a:ext cx="1101150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π = 2/10 = 0.2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8171" y="1028240"/>
            <a:ext cx="7218438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Intermediate purity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2342" y="1637840"/>
            <a:ext cx="704426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0323" y="1637840"/>
            <a:ext cx="63862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28304" y="1637840"/>
            <a:ext cx="572830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6285" y="1637840"/>
            <a:ext cx="507032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4266" y="1637840"/>
            <a:ext cx="441234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2342" y="2295821"/>
            <a:ext cx="704426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0323" y="2295821"/>
            <a:ext cx="63862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8304" y="2295821"/>
            <a:ext cx="572830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6285" y="2295821"/>
            <a:ext cx="507032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4266" y="2295821"/>
            <a:ext cx="441234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8171" y="2944126"/>
            <a:ext cx="7218438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6 tumor + 4 normal cells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8171" y="3515021"/>
            <a:ext cx="7218438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π = 6/10 = 0.6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1238" y="1028240"/>
            <a:ext cx="342537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Pure tumor sample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5409" y="1637840"/>
            <a:ext cx="32512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3390" y="1637840"/>
            <a:ext cx="25932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1371" y="1637840"/>
            <a:ext cx="1935238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79352" y="1637840"/>
            <a:ext cx="1277257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7333" y="1637840"/>
            <a:ext cx="61927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5409" y="2295821"/>
            <a:ext cx="32512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3390" y="2295821"/>
            <a:ext cx="25932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1371" y="2295821"/>
            <a:ext cx="1935238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79352" y="2295821"/>
            <a:ext cx="1277257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37333" y="2295821"/>
            <a:ext cx="61927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31238" y="2944126"/>
            <a:ext cx="342537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10 tumor + 0 normal cells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31238" y="3515021"/>
            <a:ext cx="342537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π = 10/10 = 1.0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457" y="4356849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T: tumor cell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8876" y="4356849"/>
            <a:ext cx="51477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C3385"/>
                </a:solidFill>
                <a:latin typeface="Arial"/>
              </a:rPr>
              <a:t>N: normal cell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457" y="5130945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π: tumor-cell fraction to infer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4457" y="5682488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π₀: pathology estimate used to inform the purity prior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