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800">
                <a:latin typeface="Arial"/>
              </a:rPr>
              <a:t>讲解约一分钟。左侧定义 k、m，右侧定义 d、r。说明拷贝数与测序读数属于不同层面，随后再引入细胞组成与纯度。数字保持(3,2)与(12,8)。比例相同是本例选择，不是普遍规律，该说明留给口头讲解。展示页仅用标题32 pt和正文18 pt，图例和M/W标签也是18 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wo_siz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27619" cy="528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DNA copies vs. sequencing 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5104" y="1028240"/>
            <a:ext cx="5321904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Per tumor cell: copies at locus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9523" y="1028240"/>
            <a:ext cx="5031619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Pooled tumor DNA: reads at locus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80038" y="1782983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0038" y="2653840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0038" y="3524697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4095" y="1463668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34095" y="1692268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34095" y="1920868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34095" y="2149468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34095" y="2378068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34095" y="2606668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34095" y="2835268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34095" y="3063868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34095" y="3292468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34095" y="3521068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4095" y="3749668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095" y="3978268"/>
            <a:ext cx="3386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457" y="4327821"/>
            <a:ext cx="5321904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kᵢ = 3 total DNA copies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457" y="4695516"/>
            <a:ext cx="5321904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mᵢ = 2 mutant DNA copies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457" y="5150297"/>
            <a:ext cx="5321904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Mutant fraction: mᵢ / kᵢ = 2/3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8876" y="4327821"/>
            <a:ext cx="5031619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dᵢ = 12 total reads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8876" y="4695516"/>
            <a:ext cx="5031619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rᵢ = 8 mutant reads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8876" y="5150297"/>
            <a:ext cx="5031619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Observed VAF: rᵢ / dᵢ = 8/12 = 2/3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838" y="5837307"/>
            <a:ext cx="5321904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M: specified mutation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52" y="5837307"/>
            <a:ext cx="5031619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W: no specified mutation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838" y="6175973"/>
            <a:ext cx="5321904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i: mutation locus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52" y="6175973"/>
            <a:ext cx="5031619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VAF: variant allele fraction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